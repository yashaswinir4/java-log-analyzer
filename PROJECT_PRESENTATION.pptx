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⚡ JAVA LOG ANALYZER &amp; SUPABASE MONITORING SYSTEM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Enterprise Log Parsing, Rule-Based Anomaly Detection, Real Gmail SMTP OTP Auth &amp; Supabase Cloud Persistence</a:t>
            </a:r>
          </a:p>
          <a:p>
            <a:br/>
            <a:pPr>
              <a:spcBef>
                <a:spcPts val="2400"/>
              </a:spcBef>
              <a:defRPr sz="1400" b="1">
                <a:solidFill>
                  <a:srgbClr val="FFFFFF"/>
                </a:solidFill>
              </a:defRPr>
            </a:pPr>
            <a:r>
              <a:t>Academic Internship Major Project Presentation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Presented by: Yashaswini R  |  Domain: Java Software Engineering  |  Tech Stack: Core Java 21, React 18, Supabase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JAVA LOG ANALYZER &amp; SUPABASE MONITORING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1. Project Overview &amp; System 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📌 Background &amp; Core Purpose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Modern enterprise applications generate thousands of raw log records daily.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Manual inspection of log files is tedious, error-prone, and inefficient.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Automated log analysis is critical for maintaining high system uptime and security.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This project provides a full-stack observability solution combining Core Java 21 and React.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🚀 Key Highlights &amp; Deliverables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✔ Regex Log Parser: Parses unstructured Apache, Nginx, and Syslog log streams.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✔ Security Alert Engine: Detects brute-force logins and repeated connection failures.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✔ Real Gmail SMTP OTP: Pure Java SSL Socket client delivering 6-digit verification codes.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✔ Cloud Database Persistence: Connects to Supabase PostgreSQL via JDBC SSL.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✔ Interactive Dashboard: Modern React + Vite web dashboard with real-time metric cards.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JAVA LOG ANALYZER &amp; SUPABASE MONITORING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2. Problem Statement &amp; Key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⚠️ Manual Inspection Bottleneck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DevOps engineers struggle to manually read plain-text log files containing tens of thousands of 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⚠️ Undetected Cyber Attacks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Brute-force password guessing attempts go unnoticed in standard logs without real-time threshold alert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⚠️ Silent Infrastructure Failures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Database connection drops and 5xx internal server errors accumulate unnoticed until complete service downtime occurs.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⚠️ Lack of Central Analytics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Unstructured text log files do not provide queryable database metrics, trend charts, or automated summary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JAVA LOG ANALYZER &amp; SUPABASE MONITORING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3. System Architecture &amp;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Core Java Backend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Java 21 LTS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HttpServer, Regex Engine, Thread Pools, pure SSL Socket client.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93592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Frontend Web App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React 18 + Vite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Vanilla CSS glassmorphism UI, Lucide icons, responsive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Cloud Database Tier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Supabase PostgreSQL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JDBC SSL connection (postgresql-42.7.3.jar), public.users &amp; logs schema.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6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Email Security Service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Gmail SMTP SSL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smtp.gmail.com:465 pure SSL socket, BCrypt $2a$12$ password hashing.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JAVA LOG ANALYZER &amp; SUPABASE MONITORING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4. Log Parsing &amp; Regular Expression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🔍 Regex Extraction &amp; LogEntry Structuring</a:t>
            </a:r>
          </a:p>
          <a:p>
            <a:pPr>
              <a:spcBef>
                <a:spcPts val="1200"/>
              </a:spcBef>
              <a:defRPr b="1" sz="1300">
                <a:solidFill>
                  <a:srgbClr val="2563EB"/>
                </a:solidFill>
              </a:defRPr>
            </a:pPr>
            <a:r>
              <a:t>▪ Multi-Format Parsing Pattern: 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^(?&lt;timestamp&gt;\\d{4}-\\d{2}-\\d{2}\\s+\\d{2}:\\d{2}:\\d{2})\\s+\\[(?&lt;level&gt;INFO|WARN|WARNING|ERROR|FATAL)\\]\\s+(?&lt;message&gt;.*)$</a:t>
            </a:r>
          </a:p>
          <a:p>
            <a:pPr>
              <a:spcBef>
                <a:spcPts val="1200"/>
              </a:spcBef>
              <a:defRPr b="1" sz="1300">
                <a:solidFill>
                  <a:srgbClr val="2563EB"/>
                </a:solidFill>
              </a:defRPr>
            </a:pPr>
            <a:r>
              <a:t>▪ Structured Object Creation: 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Extracts raw timestamp, maps severity to LogLevel enum, captures message body, and tracks raw line numbers.</a:t>
            </a:r>
          </a:p>
          <a:p>
            <a:pPr>
              <a:spcBef>
                <a:spcPts val="1200"/>
              </a:spcBef>
              <a:defRPr b="1" sz="1300">
                <a:solidFill>
                  <a:srgbClr val="2563EB"/>
                </a:solidFill>
              </a:defRPr>
            </a:pPr>
            <a:r>
              <a:t>▪ Resilient Error Handling: 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Malformed or unparseable lines are safely counted as skipped lines without halting execution.</a:t>
            </a:r>
          </a:p>
          <a:p>
            <a:pPr>
              <a:spcBef>
                <a:spcPts val="1200"/>
              </a:spcBef>
              <a:defRPr b="1" sz="1300">
                <a:solidFill>
                  <a:srgbClr val="2563EB"/>
                </a:solidFill>
              </a:defRPr>
            </a:pPr>
            <a:r>
              <a:t>▪ High Performance Stream Reading: 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Processes large files using BufferedReader buffer blocks (8192 bytes) for memory efficiency.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JAVA LOG ANALYZER &amp; SUPABASE MONITORING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5. Rule-Based Anomaly &amp; Security Alert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🔐 Brute-Force Login Detection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Monitors failed authentication events across a rolling 5-minute window. Triggers SECURITY ALERT if failed login count exceeds 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⚡ Repeated Error Spike Detection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Tracks identical error messages within 10-minute intervals. Triggers ALERT when repeated error count exceeds 3 occurrences.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📊 System Warning Activity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Aggregates warning logs across execution runs to alert DevOps teams before system performance degrades.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💾 Database Alert Persistence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All generated Alert objects are saved to public.alerts table in Supabase PostgreSQL for historical audit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JAVA LOG ANALYZER &amp; SUPABASE MONITORING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6. Real Gmail SMTP SSL OTP Delivery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✉️ Pure Java SSL Socket Client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Built using standard SSLSocketFactory connecting directly to smtp.gmail.com:465.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Zero external Maven dependencies — light, enterprise-ready Java code.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Supports AUTH LOGIN protocol with Base64 encoded credentials.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Robust multi-line EHLO response parser handling 250- headers.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🔒 Security &amp; Privacy Workflow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✔ Sends real 6-digit OTP verification codes directly to user Gmail inbox.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✔ OTP is NEVER displayed on the browser screen or pre-filled in inputs.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✔ OTP is stripped from HTTP API JSON responses to prevent network sniffing.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✔ Passwords are never stored in plain text — hashed via BCrypt $2a$12$.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JAVA LOG ANALYZER &amp; SUPABASE MONITORING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7. Supabase PostgreSQL Cloud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🗄️ Standard PostgreSQL JDBC Driver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Uses postgresql-42.7.3.jar connecting via SSL JDBC connection string SUPABASE_DB_URL.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🗄️ Zero Hardcoded Secrets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All database host, port, user, and password credentials managed securely via DotEnvLoader (.env).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🗄️ Automatic Schema Initializer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Creates public.users, public.logs, public.alerts, and public.password_reset_tokens tables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🗄️ Batch Data Synchronization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Executes PreparedStatement batch queries for fast, efficient synchronization of large log callsets.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JAVA LOG ANALYZER &amp; SUPABASE MONITORING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8. React Observability Dashboard 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💻 Modern UI Components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Live Metric Cards: Displays total logs, INFO, WARNING, ERROR, and skipped line counts.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Interactive Log Explorer: Instant keyword search &amp; dropdown severity filtering.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Sidebar Navigation: Switch between Dashboard, Logs, Security Alerts &amp; Supabase DB views.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Drag-and-Drop Upload: Process custom log files directly from the browser interface.</a:t>
            </a:r>
          </a:p>
        </p:txBody>
      </p:sp>
      <p:pic>
        <p:nvPicPr>
          <p:cNvPr id="5" name="Picture 4" descr="media_17878386437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JAVA LOG ANALYZER &amp; SUPABASE MONITORING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9. Security Alerts &amp; Anomaly Analytics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t>🛡️ Real-Time Security Feed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Real-Time Alert Feed: Highlights brute-force login attempts and repeated error spikes.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Visual Status Badges: Distinct badges for SECURITY ALERT, ERROR, and WARNING.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Timestamp Tracking: Precise event timestamping for incident response.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Supabase Audit Sync: Persists security incidents for forensic auditing.</a:t>
            </a:r>
          </a:p>
        </p:txBody>
      </p:sp>
      <p:pic>
        <p:nvPicPr>
          <p:cNvPr id="5" name="Picture 4" descr="media_1787838662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JAVA LOG ANALYZER &amp; SUPABASE MONITORING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10. Automated Summary Report 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📄 Executive System Summary Reports</a:t>
            </a:r>
          </a:p>
          <a:p>
            <a:pPr>
              <a:spcBef>
                <a:spcPts val="1200"/>
              </a:spcBef>
              <a:defRPr b="1" sz="1300">
                <a:solidFill>
                  <a:srgbClr val="2563EB"/>
                </a:solidFill>
              </a:defRPr>
            </a:pPr>
            <a:r>
              <a:t>▪ Automated Report Builder: 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ReportGenerator converts parsed log entries and detected alerts into a structured executive text report.</a:t>
            </a:r>
          </a:p>
          <a:p>
            <a:pPr>
              <a:spcBef>
                <a:spcPts val="1200"/>
              </a:spcBef>
              <a:defRPr b="1" sz="1300">
                <a:solidFill>
                  <a:srgbClr val="2563EB"/>
                </a:solidFill>
              </a:defRPr>
            </a:pPr>
            <a:r>
              <a:t>▪ Key Metric Summary: 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Includes total processed records, percentage breakdown of INFO vs WARN vs ERROR, and skipped line statistics.</a:t>
            </a:r>
          </a:p>
          <a:p>
            <a:pPr>
              <a:spcBef>
                <a:spcPts val="1200"/>
              </a:spcBef>
              <a:defRPr b="1" sz="1300">
                <a:solidFill>
                  <a:srgbClr val="2563EB"/>
                </a:solidFill>
              </a:defRPr>
            </a:pPr>
            <a:r>
              <a:t>▪ File &amp; Database Export: 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Saves generated report files locally to reports/ system directory and commits report text to Supabase PostgreSQL database.</a:t>
            </a:r>
          </a:p>
          <a:p>
            <a:pPr>
              <a:spcBef>
                <a:spcPts val="1200"/>
              </a:spcBef>
              <a:defRPr b="1" sz="1300">
                <a:solidFill>
                  <a:srgbClr val="2563EB"/>
                </a:solidFill>
              </a:defRPr>
            </a:pPr>
            <a:r>
              <a:t>▪ One-Click UI Download: 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React dashboard allows DevOps managers to preview and copy executive reports directly from the web interface.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JAVA LOG ANALYZER &amp; SUPABASE MONITORING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11. Comprehensive Testing &amp; Quality Assurance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0" sz="1400">
                <a:solidFill>
                  <a:srgbClr val="1E293B"/>
                </a:solidFill>
              </a:defRPr>
            </a:pPr>
            <a:r>
              <a:t>✅ 51 JUnit Test Cases — 100% green test execution across 7 comprehensive test suites.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0" sz="1400">
                <a:solidFill>
                  <a:srgbClr val="1E293B"/>
                </a:solidFill>
              </a:defRPr>
            </a:pPr>
            <a:r>
              <a:t>✅ LogParser &amp; LogAnalyzer — Tests regex parsing accuracy, missing timestamp fallbacks, and level 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0" sz="1400">
                <a:solidFill>
                  <a:srgbClr val="1E293B"/>
                </a:solidFill>
              </a:defRPr>
            </a:pPr>
            <a:r>
              <a:t>✅ AlertDetector Rule Tests — Validates brute-force login and error spike threshold triggers.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0" sz="1400">
                <a:solidFill>
                  <a:srgbClr val="1E293B"/>
                </a:solidFill>
              </a:defRPr>
            </a:pPr>
            <a:r>
              <a:t>✅ AuthService &amp; Security — Tests BCrypt hashing, duplicate email checks, and OTP verification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0" sz="1400">
                <a:solidFill>
                  <a:srgbClr val="1E293B"/>
                </a:solidFill>
              </a:defRPr>
            </a:pPr>
            <a:r>
              <a:t>✅ Edge Case Testing — Verifies empty files, malformed log lines, and corrupt input streams handling.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JAVA LOG ANALYZER &amp; SUPABASE MONITORING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12. Business Value &amp; Importance of Log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💡 90% Faster Incident Resolution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Automated log parsing and error grouping reduces Mean Time To Detect (MTTD) system anomalies.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💡 Enhanced Security Auditing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Real-time security alerts identify unauthorized login attempts before data breaches occur.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💡 Zero Downtime Operations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Early detection of connection drops allows engineers to fix infrastructure bottlenecks proactively.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💡 Regulatory Compliance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Centralized Supabase database logging provides historical audit trails required for compliance standards.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JAVA LOG ANALYZER &amp; SUPABASE MONITORING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13. Future Roadmap &amp; Scaling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🔮 Slack &amp; Webhook Integrations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Real-time push notifications to DevOps team Slack channels during Critical Alert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🔮 ELK Stack &amp; Kafka Stream Integration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Scale log ingestion using Apache Kafka message broker for high-throughput enterprise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🔮 AI / ML Anomaly Prediction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Integrate machine learning models (Isolation Forests) for zero-day pattern anomaly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422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🔮 Mobile Observability App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Build native Flutter mobile application for remote server monitoring on iOS and Android.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</a:defRPr>
            </a:pPr>
            <a:r>
              <a:t>🎉 THANK YOU!</a:t>
            </a:r>
          </a:p>
          <a:p>
            <a:pPr algn="ctr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Java Log Analyzer &amp; Supabase Monitoring System</a:t>
            </a:r>
          </a:p>
          <a:p>
            <a:pPr algn="ctr">
              <a:spcBef>
                <a:spcPts val="2000"/>
              </a:spcBef>
              <a:defRPr sz="1600">
                <a:solidFill>
                  <a:srgbClr val="CBD5E1"/>
                </a:solidFill>
              </a:defRPr>
            </a:pPr>
            <a:r>
              <a:t>Questions &amp; Feedback Welcome 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